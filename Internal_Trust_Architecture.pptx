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Internal Trust — Manifest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96D6"/>
                </a:solidFill>
              </a:defRPr>
            </a:pPr>
            <a:r>
              <a:t>What each YAML file does and why it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749039"/>
            <a:ext cx="210312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16 manifests  |  3 PolicySets  |  9 ACM Policies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Directory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acm_internal_policies/</a:t>
            </a:r>
            <a:br/>
            <a:r>
              <a:t>├── policy-generator-config.yaml          ← PolicyGenerator: defines policies, sets, placements</a:t>
            </a:r>
            <a:br/>
            <a:r>
              <a:t>└── manifests/</a:t>
            </a:r>
            <a:br/>
            <a:r>
              <a:t>    ├── operator-side/                    ← Deployed to spoke clusters (internal-trust=operator)</a:t>
            </a:r>
            <a:br/>
            <a:r>
              <a:t>    │   ├── 01-namespace.yaml</a:t>
            </a:r>
            <a:br/>
            <a:r>
              <a:t>    │   ├── 02-tokenreview-serviceaccount.yaml</a:t>
            </a:r>
            <a:br/>
            <a:r>
              <a:t>    │   ├── 03-tokenreview-clusterrolebinding.yaml</a:t>
            </a:r>
            <a:br/>
            <a:r>
              <a:t>    │   ├── 04-tokenreview-token-secret.yaml</a:t>
            </a:r>
            <a:br/>
            <a:r>
              <a:t>    │   ├── 04b-tokenreview-token-configmap.yaml</a:t>
            </a:r>
            <a:br/>
            <a:r>
              <a:t>    │   ├── 05-operator-serviceaccount.yaml</a:t>
            </a:r>
            <a:br/>
            <a:r>
              <a:t>    │   ├── 06-operator-clusterrole.yaml</a:t>
            </a:r>
            <a:br/>
            <a:r>
              <a:t>    │   ├── 07-operator-clusterrolebinding.yaml</a:t>
            </a:r>
            <a:br/>
            <a:r>
              <a:t>    │   └── 08-operator-deployment.yaml</a:t>
            </a:r>
            <a:br/>
            <a:r>
              <a:t>    ├── hub-side/                          ← Deployed to local-cluster (ACM hub)</a:t>
            </a:r>
            <a:br/>
            <a:r>
              <a:t>    │   └── 01-managedclusterview-creator.yaml</a:t>
            </a:r>
            <a:br/>
            <a:r>
              <a:t>    └── service-side/                     ← Deployed to service cluster (internal-trust=service)</a:t>
            </a:r>
            <a:br/>
            <a:r>
              <a:t>        ├── 01-namespace.yaml</a:t>
            </a:r>
            <a:br/>
            <a:r>
              <a:t>        ├── 02-serviceaccount.yaml</a:t>
            </a:r>
            <a:br/>
            <a:r>
              <a:t>        ├── 03-deployment.yaml</a:t>
            </a:r>
            <a:br/>
            <a:r>
              <a:t>        ├── 04-service.yaml</a:t>
            </a:r>
            <a:br/>
            <a:r>
              <a:t>        ├── 05-token-sync-check.yaml</a:t>
            </a:r>
            <a:br/>
            <a:r>
              <a:t>        └── 06-token-propagation.yaml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Operator-Side Manifests — Token Review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Deployed to every spoke cluster labeled internal-trust=operator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01-namespace.yaml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Namespace: platform-automation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Creates the namespace where all operator-side objects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02-tokenreview-serviceaccount.yaml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ServiceAccount: token-review-sa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Identity used to validate tokens. The central service authenticates as this SA when calling the TokenReview API on this cluster.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10896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03-tokenreview-clusterrolebinding.yaml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ClusterRoleBinding: platform-automation-token-review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Binds token-review-sa to system:auth-delegator. This built-in ClusterRole grants permission to create TokenReview and SubjectAccessReview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1480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</a:defRPr>
            </a:pPr>
            <a:r>
              <a:t>04-tokenreview-token-secret.yaml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Secret: token-review-sa-token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062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Long-lived SA token (type: kubernetes.io/service-account-token). Kubernetes auto-populates the token, ca.crt and namespace fields. This token is what the central service uses remotely.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12064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04b-tokenreview-token-configmap.yaml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ConfigMap: token-review-sa-mirror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2120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Mirrors token + ca.crt from the Secret into a ConfigMap. Required because ACM 2.15 blocks ManagedClusterView from reading Secrets (ResourceTypeInvalid). Uses object-templates-raw.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Operator-Side Manifests — Operator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The agent that authenticates to the central service using projected SA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05-operator-serviceaccount.yaml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ServiceAccount: dataclassification-agent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Identity for the operator workload. Its projected SA tokens (PSATs) are what get sent to the central service and validated via TokenReview.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06-operator-clusterrole.yaml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ClusterRole: dataclassification-agent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Permissions the operator needs for its own work (e.g. read namespaces). Customize this to match your operator's actual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10896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07-operator-clusterrolebinding.yaml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ClusterRoleBinding: dataclassification-agent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Binds the operator SA to its ClusterRole.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1480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B371"/>
                </a:solidFill>
              </a:defRPr>
            </a:pPr>
            <a:r>
              <a:t>08-operator-deployment.yaml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Deployment: dataclassification-agent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062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The operator pod. Key detail: mounts a projected SA token volume with audience: "platform-services" and expirationSeconds: 3600. The pod reads the PSAT from /var/run/secrets/platform-services/token.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03520"/>
            <a:ext cx="114300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Projected SA Token (PSAT):  Short-lived (1h), auto-rotated by kubelet, audience-scoped to "platform-services". This is the token the operator sends to the central service. The service cannot validate it locally — it must call TokenReview on the operator's cluster.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Hub-Side Manifest — The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Deployed to local-cluster only  |  Uses regular templates (no hub template restrictions)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01-managedclusterview-creator.yaml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ConfigurationPolicy: internal-trust-create-cluster-views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Single policy that uses object-templates-raw to dynamically create all hub-side objects. Iterates over every ManagedCluster labeled internal-trust=operator.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This one manifest creates three types of objects dynamically: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ManagedClusterView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view-token-review-mirror  (per cluster)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Reads the token-review-sa-mirror ConfigMap from each spoke cluster's platform-automation namespace. This is how the hub retrieves the review token and CA cert from each spoke.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</a:defRPr>
            </a:pPr>
            <a:r>
              <a:t>Secret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hub-copy-token-{cluster}  (per cluster, in acm-policies 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Copies token + ca.crt (from ManagedClusterView result) + api-url (from ManagedCluster clusterClaims) into a Secret in the acm-policies namespace. This is where hub templates can read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ConfigMap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operator-clusters-registry  (in acm-policies 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Comma-separated list of all enrolled cluster names. The service-side hub template iterates this list to know which hub-copy Secrets to 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943600"/>
            <a:ext cx="11430000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</a:defRPr>
            </a:pPr>
            <a:r>
              <a:t>WHY regular templates?  ACM 2.15 hub templates cannot do cluster-scoped lookups (ManagedCluster) or cross-namespace lookups. Regular templates on local-cluster have no restrictions.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Service-Side 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Deployed to the service cluster labeled internal-trust=service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01-namespace.yaml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Namespace: platform-services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430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Namespace for the central service and its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02-serviceaccount.yaml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ServiceAccount: platform-integration-service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Identity for the central service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8892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B371"/>
                </a:solidFill>
              </a:defRPr>
            </a:pPr>
            <a:r>
              <a:t>03-deployment.yaml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Deployment: platform-integration-service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803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The central service. Reads review-token-* Secrets and cluster-registry ConfigMap. When it receives an operator PSAT, it calls TokenReview on the operator's cluster.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599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033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04-service.yaml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Service: platform-integration-service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4903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ClusterIP Service exposing port 8443 (HTTPS) for the central service.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2628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t>05-token-sync-check.yaml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ConfigurationPolicy: internal-trust-token-sync-status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6177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Canary (inform-only). Checks for token-sync-ready ConfigMap in platform-services. Goes NonCompliant if tokens haven't been propagated yet.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94960"/>
            <a:ext cx="11430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</a:defRPr>
            </a:pPr>
            <a:r>
              <a:t>06-token-propagation.yaml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ConfigurationPolicy: internal-trust-propagate-tokens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4864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The key hub-template policy. Reads operator-clusters-registry + hub-copy-token-* Secrets from acm-policies ns and creates review-token-* Secrets + cluster-registry CM on this cluster.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06-token-propagation.yaml —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The most complex manifest: hub templates + object-templates-raw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This ConfigurationPolicy creates three types of objects on the service cluster: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14300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</a:defRPr>
            </a:pPr>
            <a:r>
              <a:t>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review-token-{cluster}  (one per operator cluster)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Contains token (base64), ca.crt (base64), api-url (base64) — everything the service needs to call TokenReview on that cluster. Uses .data (not stringData) to avoid YAML issues with PEM certs.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926080"/>
            <a:ext cx="114300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ConfigMap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cluster-registry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Comma-separated list of cluster names. Copied from operator-clusters-registry on the 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06240"/>
            <a:ext cx="114300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B371"/>
                </a:solidFill>
              </a:defRPr>
            </a:pPr>
            <a:r>
              <a:t>ConfigMap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token-sync-ready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Signal that token propagation completed. The token-sync-check canary watches for this.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86400"/>
            <a:ext cx="11430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How it reads data (hub templates):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1. Reads ConfigMap "operator-clusters-registry" from acm-policies → gets list of cluster names</a:t>
            </a:r>
            <a:br/>
            <a:r>
              <a:t>2. For each cluster: reads Secret "hub-copy-token-{cluster}" from acm-policies → gets token, ca.crt, api-url</a:t>
            </a:r>
            <a:br/>
            <a:r>
              <a:t>3. All lookups are same-namespace (acm-policies) → compliant with ACM 2.15 restrictions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policy-generator-config.yaml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Maps manifests to ACM Policies and PolicySets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9 Policies grouped into 3 PolicySets: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114300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</a:defRPr>
            </a:pPr>
            <a:r>
              <a:t>internal-trust-operator-infra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Target: Spoke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placement-internal-trust-operator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92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internal-trust-operator-namespace  (01-namespace)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internal-trust-tokenreview  (02, 03, 04, 04b)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internal-trust-operator-rbac  (05, 06, 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786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internal-trust-operator-deployment  (08)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63240"/>
            <a:ext cx="114300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</a:defRPr>
            </a:pPr>
            <a:r>
              <a:t>internal-trust-hub-infra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Target: local-cluster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placement-hub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47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internal-trust-cluster-views  (hub-side/01)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617720"/>
            <a:ext cx="114300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CB371"/>
                </a:solidFill>
              </a:defRPr>
            </a:pPr>
            <a:r>
              <a:t>internal-trust-service-infra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Target: Service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placement-internal-trust-service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017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internal-trust-service-namespace  (01, 02)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3036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internal-trust-service-deployment  (03, 04)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5896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internal-trust-token-propagation  (06)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875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internal-trust-token-sync-check  (05, inform only)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6217920"/>
            <a:ext cx="11430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Key settings:  generatePolicyPlacement: false  |  evaluationInterval: compliant 10m / noncompliant 5m  |  PlacementBindings created separately in shared/placement-bindings.yaml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Data Flow Through 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How the review token travels from spoke to service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09728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04-tokenreview-token-secret.yaml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Kubernetes populates token-review-sa-token Secret</a:t>
            </a:r>
            <a:br/>
            <a:r>
              <a:t>with token + ca.crt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286000"/>
            <a:ext cx="228600" cy="182880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27432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280160"/>
            <a:ext cx="1097280" cy="3200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04b-tokenreview-token-configmap.yaml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Mirrors Secret data → ConfigMap</a:t>
            </a:r>
            <a:br/>
            <a:r>
              <a:t>(ACM 2.15 blocks Secret viewing)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286000"/>
            <a:ext cx="228600" cy="182880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7432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1097280" cy="320040"/>
          </a:xfrm>
          <a:prstGeom prst="round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01-managedclusterview-creator.yaml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ManagedClusterView reads ConfigMap</a:t>
            </a:r>
            <a:br/>
            <a:r>
              <a:t>→ creates hub-copy Secret in acm-policies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61120" y="2286000"/>
            <a:ext cx="228600" cy="182880"/>
          </a:xfrm>
          <a:prstGeom prst="right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188720"/>
            <a:ext cx="27432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60" y="1280160"/>
            <a:ext cx="1097280" cy="320040"/>
          </a:xfrm>
          <a:prstGeom prst="roundRect">
            <a:avLst/>
          </a:prstGeom>
          <a:solidFill>
            <a:srgbClr val="3CB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B371"/>
                </a:solidFill>
              </a:defRPr>
            </a:pPr>
            <a:r>
              <a:t>06-token-propagation.yaml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Hub templates read hub-copy Secrets</a:t>
            </a:r>
            <a:br/>
            <a:r>
              <a:t>→ creates review-token-* in platform-services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389120"/>
            <a:ext cx="11612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B371"/>
                </a:solidFill>
              </a:defRPr>
            </a:pPr>
            <a:r>
              <a:t>Final result on the service cluster (platform-services namespace):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• Secret review-token-{cluster}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37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token (base64), ca.crt (base64), api-url (base64)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• ConfigMap cluster-registry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comma-separated list of cluster names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• ConfigMap token-sync-ready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669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tokens_synced: "true"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The service uses these to call TokenReview on any spoke cluster and validate operator PSATs.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